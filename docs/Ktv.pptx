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B8F6-612D-B8C0-0BE5-BF75628D8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574FE-5B66-1980-DA13-05F7A5C8B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F45F6-DFF6-7F30-0AD4-F2C88F53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C7B92-32F5-93E8-10B8-2AC10318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A179D-CF8B-5416-1969-D1686E7DA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4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3E32-1DC1-957C-8173-47839FDC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F4EF-689D-75A5-5696-F60BA188D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88F36-27D1-6A8E-C2FD-B3AADA90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5F398-821C-FD82-62C0-3987369D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47ED2-87B2-07A5-B3DA-92A53F14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8992-BBA7-2FCA-1B4E-9517C802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A798D-034A-03A2-465C-672F23A6C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E9A73-C16C-A0A1-E3DE-113E6AED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B3840-9270-299C-4027-E051E373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3C99A-4DC6-2539-C25E-E5A7599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5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D5D4-6900-FF79-946B-F541F4AC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4ACA-050B-ECF0-1A92-AE28D7281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636B7-3E12-E8FC-7D83-1F873D8DA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FACD4-5478-D3C0-221E-B6CBA780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B79E7-D353-7DD7-DA68-35268C102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1C3F9-3742-EED2-A47B-DFFAF3DA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5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9190B-CDB4-CFA0-15E1-DCB935E0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C50FF-ECE5-8C91-2939-0209B8C97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A1A2A-E381-E832-3825-E25142541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FD5F2-6791-BF23-F95E-9BBAC5CF7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31622-D7B9-4BE0-44C3-DB4439AD3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0A02E-AC30-E7E4-6EDD-673BD076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DA319D-AF49-9160-6F9A-6897C995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FEAB9-DAE2-071A-39C1-A9ACE008C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5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AC30-F69A-C30F-1EFA-B8F5F121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C8D921-04D8-1533-7101-DA5D0458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F9049-4051-580F-FA85-CDAF7E38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99338-277A-46E4-05DA-582109BC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3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1E109-8C30-B234-24EC-6F2CB9EA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70B13-65F6-B95B-6521-FD5A29D5D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001B0-8957-15EB-38F7-466C7522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0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61D5-AEF1-EC8D-2FA3-04679F04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FE727-50A1-FF72-5879-BA76FDE46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0D619-547B-1445-F93C-C8B901561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3C74A-AD9A-67F8-46A5-1169E662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F6D7E-39C1-469C-80FB-86ECB38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C485C-88F9-C045-F8BD-CFC4A253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1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09D2-6FAA-FF37-A04E-70DA2E454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B7151-7951-4496-1C69-12A9087C2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40E38-436D-7AFE-E0DA-E77C2D310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3D613-09F1-BEA8-87A0-ADED23BE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F6EA2-858C-8ED0-8030-CD7E5EB3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B6348-4FDB-960E-2ACA-2DCBAB18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6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70F7-A31D-F011-784D-B05B3A59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E25E9-44E4-7A81-09CB-CFBC4BD00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41FAF-A90E-BBC6-E8D3-AA0E2605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A4B13-8B01-D17B-A5E0-0243373F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9C919-64A4-C5A5-1ECC-756F3E93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7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92523-6C27-3DFF-3041-68958442B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0E731-C986-513D-0F9D-EDB5F22BE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8D14D-CDBA-3D7A-1F9F-D8468A05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08487-1F21-2F63-5315-6A2CB540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06C44-D7EB-B828-2F72-D9231924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6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58F0D7-D468-418E-8D59-26BF6685E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43809-099B-A5EC-9711-03238275B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D74EF-C037-C5A4-0C53-C7583191B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266D9-0BC9-4FC1-AD14-44D88448CB1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AE1DC-41B9-91F6-5635-3CC43512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18EF1-324B-54AB-9AF2-8F41C2139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5DB6F-9B88-498E-B00B-0A853B690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7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B65931-CE3F-A72E-4851-99BF0B929897}"/>
              </a:ext>
            </a:extLst>
          </p:cNvPr>
          <p:cNvSpPr/>
          <p:nvPr/>
        </p:nvSpPr>
        <p:spPr>
          <a:xfrm>
            <a:off x="411480" y="164592"/>
            <a:ext cx="2276856" cy="6400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noProof="0" dirty="0"/>
              <a:t>IDLE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2C22BA-52EB-895D-021C-D116514F9126}"/>
              </a:ext>
            </a:extLst>
          </p:cNvPr>
          <p:cNvSpPr/>
          <p:nvPr/>
        </p:nvSpPr>
        <p:spPr>
          <a:xfrm>
            <a:off x="3464824" y="99386"/>
            <a:ext cx="2276856" cy="7772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noProof="0" dirty="0"/>
              <a:t>Estado: Iniciar medición bioimpedancia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AF68D0-3939-AE64-2F9F-6D89984054A8}"/>
              </a:ext>
            </a:extLst>
          </p:cNvPr>
          <p:cNvSpPr/>
          <p:nvPr/>
        </p:nvSpPr>
        <p:spPr>
          <a:xfrm>
            <a:off x="3995176" y="1258987"/>
            <a:ext cx="2276856" cy="8503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Medición T1: conductividad EF, SF y temperatura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4039C6-8C61-12B5-F78E-50E73C9831A5}"/>
              </a:ext>
            </a:extLst>
          </p:cNvPr>
          <p:cNvSpPr/>
          <p:nvPr/>
        </p:nvSpPr>
        <p:spPr>
          <a:xfrm>
            <a:off x="3988826" y="2384807"/>
            <a:ext cx="2276856" cy="7772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Conductividad: se incrementa </a:t>
            </a:r>
            <a:r>
              <a:rPr lang="es-MX" dirty="0" err="1"/>
              <a:t>setpoint</a:t>
            </a:r>
            <a:r>
              <a:rPr lang="es-MX" dirty="0"/>
              <a:t> de conductividad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CF4152-DB18-C426-4E35-3F4210610357}"/>
              </a:ext>
            </a:extLst>
          </p:cNvPr>
          <p:cNvSpPr/>
          <p:nvPr/>
        </p:nvSpPr>
        <p:spPr>
          <a:xfrm>
            <a:off x="3995176" y="3735436"/>
            <a:ext cx="2267712" cy="8120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Medición T2: Conductividad EF, SF y temperatura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B215703-2558-98B1-0884-800127794BA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688336" y="484632"/>
            <a:ext cx="776488" cy="33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6924EB4-DC84-817D-314D-DFAA5F7E125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4677248" y="802630"/>
            <a:ext cx="382361" cy="5303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805AA8B-8945-1936-AA47-2E1E104AB26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4992715" y="2243918"/>
            <a:ext cx="275428" cy="63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A43E980-C595-5991-E2F6-EF4CA69565A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16200000" flipH="1">
            <a:off x="4841449" y="3447852"/>
            <a:ext cx="573389" cy="17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780241F-C14A-CF4E-E5A9-40F3AF273C6C}"/>
              </a:ext>
            </a:extLst>
          </p:cNvPr>
          <p:cNvSpPr/>
          <p:nvPr/>
        </p:nvSpPr>
        <p:spPr>
          <a:xfrm>
            <a:off x="4004320" y="5024740"/>
            <a:ext cx="2267712" cy="8120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Conductividad: se regresa el </a:t>
            </a:r>
            <a:r>
              <a:rPr lang="es-MX" dirty="0" err="1"/>
              <a:t>setpoint</a:t>
            </a:r>
            <a:r>
              <a:rPr lang="es-MX" dirty="0"/>
              <a:t> inicial.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26B5A1CC-13BA-9F13-12BB-A7A41577EED2}"/>
              </a:ext>
            </a:extLst>
          </p:cNvPr>
          <p:cNvCxnSpPr>
            <a:cxnSpLocks/>
            <a:stCxn id="8" idx="2"/>
            <a:endCxn id="48" idx="0"/>
          </p:cNvCxnSpPr>
          <p:nvPr/>
        </p:nvCxnSpPr>
        <p:spPr>
          <a:xfrm rot="16200000" flipH="1">
            <a:off x="4894967" y="4781531"/>
            <a:ext cx="477274" cy="914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A6FEB55-19AC-D3C0-7966-B3D09C540E44}"/>
              </a:ext>
            </a:extLst>
          </p:cNvPr>
          <p:cNvSpPr/>
          <p:nvPr/>
        </p:nvSpPr>
        <p:spPr>
          <a:xfrm>
            <a:off x="6756664" y="5024740"/>
            <a:ext cx="2267712" cy="8120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Se calcula </a:t>
            </a:r>
            <a:r>
              <a:rPr lang="es-MX" dirty="0" err="1"/>
              <a:t>Kt</a:t>
            </a:r>
            <a:r>
              <a:rPr lang="es-MX" dirty="0"/>
              <a:t>/v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A705075-D357-2FEF-00A6-47B69FA1E3D3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6272032" y="5430755"/>
            <a:ext cx="484632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1EDF86-2409-CEF1-29CC-65794EEE9A59}"/>
              </a:ext>
            </a:extLst>
          </p:cNvPr>
          <p:cNvSpPr/>
          <p:nvPr/>
        </p:nvSpPr>
        <p:spPr>
          <a:xfrm>
            <a:off x="9371848" y="5024740"/>
            <a:ext cx="2267712" cy="8120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Fin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01CBAC3-EE56-3A2B-E2B1-E4BC9D2AE333}"/>
              </a:ext>
            </a:extLst>
          </p:cNvPr>
          <p:cNvCxnSpPr>
            <a:cxnSpLocks/>
            <a:stCxn id="53" idx="3"/>
            <a:endCxn id="58" idx="1"/>
          </p:cNvCxnSpPr>
          <p:nvPr/>
        </p:nvCxnSpPr>
        <p:spPr>
          <a:xfrm>
            <a:off x="9024376" y="5430755"/>
            <a:ext cx="347472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DA59761-F30C-B4C2-67B2-B3BA4743C2CE}"/>
              </a:ext>
            </a:extLst>
          </p:cNvPr>
          <p:cNvCxnSpPr>
            <a:stCxn id="58" idx="2"/>
            <a:endCxn id="4" idx="2"/>
          </p:cNvCxnSpPr>
          <p:nvPr/>
        </p:nvCxnSpPr>
        <p:spPr>
          <a:xfrm rot="5400000" flipH="1">
            <a:off x="3511757" y="-1157177"/>
            <a:ext cx="5032098" cy="8955796"/>
          </a:xfrm>
          <a:prstGeom prst="bentConnector3">
            <a:avLst>
              <a:gd name="adj1" fmla="val -4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57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de Jesus Cuauhtemoc Espinoza Calderon</dc:creator>
  <cp:lastModifiedBy>Miguel de Jesus Cuauhtemoc Espinoza Calderon</cp:lastModifiedBy>
  <cp:revision>1</cp:revision>
  <dcterms:created xsi:type="dcterms:W3CDTF">2026-07-15T17:57:16Z</dcterms:created>
  <dcterms:modified xsi:type="dcterms:W3CDTF">2026-07-15T17:57:47Z</dcterms:modified>
</cp:coreProperties>
</file>